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462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PROJECT REPORT  ·  GOVERNMENT GIRLS POLYTECHNIC, SHAMLI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Smart Attendance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FC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Face-recognition attendance automation — with manual correction, supervised self-marking, leave, timetable, reporting and a full audit trail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12700">
            <a:solidFill>
              <a:srgbClr val="3E5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Pandey</a:t>
            </a: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4th Semester, Computer Science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Vivek Kumar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20848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Objectives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91640" y="24231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paper attendance fails, and what the project set out to fix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659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0848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0" y="24231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data flow, use cases and the 24-table schema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175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31363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Pipeline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91640" y="34747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Dual-backend recognition, confidence scoring, dataset capture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0175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31363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Attendance Routes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0" y="34747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recognition, manual marking, supervised self-marking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690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4187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Reports &amp; Analytics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91640" y="45262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audit trail, 11 report types, live dashboards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0690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0690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315200" y="4187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Testing &amp; Results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15200" y="45262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screens, test outcomes, achievements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attendance has three failure modes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634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5-10 min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single class period calling out a roll-number register by hand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6345C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4231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63440" y="34747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proxy marks are detectable after the fact in a paper register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6345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4231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12480" y="34747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attendance threshold — students typically find out they're below it only near the exam-eligibility deadline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Girls Polytechnic, Shamli — three diploma branches, paper registers per subject per section, consolidated by hand every month.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objectives drove every design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874520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attendance with face recognition on hardware colleges already own — a webcam, nothing more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10312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49440" y="1874520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proxy attendance structurally difficult, not just discouraged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291840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manual correction path that never fights the automatic 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52044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0" y="3291840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self-mark, but never let their own click count without teacher approval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19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709160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whole academic structure as data — no hard-coded branches or semesters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93776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919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4709160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institution-grade security, reporting and a tamper-evident audit trail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face recognition, and not the alternatives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0" cy="530352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1874520"/>
            <a:ext cx="2743200" cy="530352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8745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hardware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23760" y="1874520"/>
            <a:ext cx="2377440" cy="530352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8745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Proxy-resistant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0" y="1874520"/>
            <a:ext cx="1920240" cy="530352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38360" y="18745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404872"/>
            <a:ext cx="3840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0487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40487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40487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2404872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40487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0" y="2404872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2404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935224"/>
            <a:ext cx="3840480" cy="53035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93522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card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2935224"/>
            <a:ext cx="2743200" cy="53035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3522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+ cards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2935224"/>
            <a:ext cx="2377440" cy="53035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293522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can be lent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01200" y="2935224"/>
            <a:ext cx="1920240" cy="53035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8360" y="293522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465576"/>
            <a:ext cx="3840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46557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80560" y="3465576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46557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/ scanner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3465576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34655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can be shared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1200" y="3465576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38360" y="346557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3995928"/>
            <a:ext cx="3840480" cy="53035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99592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biometric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80560" y="3995928"/>
            <a:ext cx="2743200" cy="53035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99592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Per-room scanner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23760" y="3995928"/>
            <a:ext cx="2377440" cy="53035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39959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3995928"/>
            <a:ext cx="1920240" cy="53035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38360" y="399592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4526280"/>
            <a:ext cx="3840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52628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OTP self-check-in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480560" y="452628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45262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smartphones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23760" y="4526280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60920" y="452628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self-reported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601200" y="4526280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38360" y="45262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080" y="5056632"/>
            <a:ext cx="3840480" cy="530352"/>
          </a:xfrm>
          <a:prstGeom prst="rect">
            <a:avLst/>
          </a:prstGeom>
          <a:solidFill>
            <a:srgbClr val="E9F3EE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50566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(this project)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480560" y="5056632"/>
            <a:ext cx="2743200" cy="530352"/>
          </a:xfrm>
          <a:prstGeom prst="rect">
            <a:avLst/>
          </a:prstGeom>
          <a:solidFill>
            <a:srgbClr val="E9F3EE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50566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(built-in)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223760" y="5056632"/>
            <a:ext cx="2377440" cy="530352"/>
          </a:xfrm>
          <a:prstGeom prst="rect">
            <a:avLst/>
          </a:prstGeom>
          <a:solidFill>
            <a:srgbClr val="E9F3EE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60920" y="505663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601200" y="5056632"/>
            <a:ext cx="1920240" cy="530352"/>
          </a:xfrm>
          <a:prstGeom prst="rect">
            <a:avLst/>
          </a:prstGeom>
          <a:solidFill>
            <a:srgbClr val="E9F3EE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38360" y="50566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complementary routes, one attendance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3429000" cy="685800"/>
          </a:xfrm>
          <a:prstGeom prst="roundRect">
            <a:avLst>
              <a:gd name="adj" fmla="val 13333"/>
            </a:avLst>
          </a:prstGeom>
          <a:solidFill>
            <a:srgbClr val="2F855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40280"/>
            <a:ext cx="3429000" cy="32004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route. Camera recognises enrolled students continuously and marks Present/Late automatically with a confidence score.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874520"/>
            <a:ext cx="3429000" cy="68580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240280"/>
            <a:ext cx="3429000" cy="320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8745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Marking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4290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P/A/L/LV/ML by the teacher. Overriding a face-mark requires a written, audited reason.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8745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1874520"/>
            <a:ext cx="3429000" cy="685800"/>
          </a:xfrm>
          <a:prstGeom prst="roundRect">
            <a:avLst>
              <a:gd name="adj" fmla="val 13333"/>
            </a:avLst>
          </a:prstGeom>
          <a:solidFill>
            <a:srgbClr val="6B46C1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240280"/>
            <a:ext cx="3429000" cy="32004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8745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Self-Marking + Verification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34290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tap only raises a Pending request — a faculty approval is what actually changes the record.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write to the same attendance table — a UNIQUE(session, student) database constraint is what actually prevents double-marking.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strictly layered architecture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diagrams\fi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827" y="1600200"/>
            <a:ext cx="6376442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tables · 4 views · 27 indexes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diagrams\fig_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631" y="1691640"/>
            <a:ext cx="6522835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Sixteen use cases across three roles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diagrams\fig_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901" y="1600200"/>
            <a:ext cx="6012294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entirely on free, open-source tooling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25396"/>
            <a:ext cx="566928" cy="5669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071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CustomTkinter, tkcalendar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2025396"/>
            <a:ext cx="566928" cy="566928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71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31343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LBPH  ·  dlib / face_recognition (optional)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07792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058668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0403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29992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Imaging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334670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Pillow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907792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3058668"/>
            <a:ext cx="566928" cy="566928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0403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29992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334670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(PDF), OpenPyXL (Excel), Matplotlib (charts)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941064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4091940"/>
            <a:ext cx="566928" cy="566928"/>
          </a:xfrm>
          <a:prstGeom prst="ellipse">
            <a:avLst/>
          </a:prstGeom>
          <a:solidFill>
            <a:srgbClr val="16345C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0736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403250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600200" y="4379976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WAL mode, native backup API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941064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4808" y="4091940"/>
            <a:ext cx="566928" cy="566928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40736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403250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223760" y="4379976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(cost factor 12)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face recognition pipeline,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93876" y="228600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1293876" y="2267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9933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images/student on a worker thread; blurred frames rejected by a sharpness gate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33472" y="23317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15868" y="228600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3515868" y="2267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62072" y="31546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62072" y="3566160"/>
            <a:ext cx="19933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dlib: mean 128-d embedding per student  ·  LBPH: one shared model, retrained per new student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55464" y="23317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737860" y="228600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5737860" y="2267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84064" y="31546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84064" y="3566160"/>
            <a:ext cx="19933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frame → Haar cascade (LBPH) or HOG (dlib) locates faces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77456" y="23317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959852" y="228600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59852" y="2267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06056" y="31546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06056" y="3566160"/>
            <a:ext cx="19933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→ confidence normalised to 0-100%, higher is better on both backends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99448" y="23317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181844" y="228600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10181844" y="2267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528048" y="31546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28048" y="3566160"/>
            <a:ext cx="19933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threshold → UPDATE the pre-seeded Absent row to Present / Late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Dual-backend design: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dlib/face_recognition (128-d embeddings, highest accuracy) is used automatically when installed; the system falls back transparently to OpenCV LBPH — no C++ compiler needed — on any ordinary college PC.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record, three ways to reach it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diagrams\fig_three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390" y="1645920"/>
            <a:ext cx="7453315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depth: hashing, RBAC, scope,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577840" cy="457200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577840" cy="45720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874520"/>
            <a:ext cx="1737360" cy="457200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0" y="1874520"/>
            <a:ext cx="1783080" cy="457200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738360" y="1874520"/>
            <a:ext cx="1783080" cy="457200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3836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31720"/>
            <a:ext cx="5577840" cy="45720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attendance (face recognition)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2331720"/>
            <a:ext cx="1783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38360" y="2331720"/>
            <a:ext cx="1783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788920"/>
            <a:ext cx="5577840" cy="457200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88920"/>
            <a:ext cx="5577840" cy="45720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 locked attendance session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788920"/>
            <a:ext cx="1737360" cy="457200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2788920"/>
            <a:ext cx="1783080" cy="457200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2788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38360" y="2788920"/>
            <a:ext cx="1783080" cy="457200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8360" y="2788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246120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46120"/>
            <a:ext cx="5577840" cy="45720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 leave decision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324612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3246120"/>
            <a:ext cx="1783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738360" y="3246120"/>
            <a:ext cx="1783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3836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3703320"/>
            <a:ext cx="5577840" cy="457200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703320"/>
            <a:ext cx="5577840" cy="45720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self-attendance requests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3703320"/>
            <a:ext cx="1737360" cy="457200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55280" y="3703320"/>
            <a:ext cx="1783080" cy="457200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3703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738360" y="3703320"/>
            <a:ext cx="1783080" cy="457200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38360" y="3703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4160520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160520"/>
            <a:ext cx="5577840" cy="45720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own attendance (self-request)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17920" y="416052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955280" y="4160520"/>
            <a:ext cx="1783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4160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738360" y="4160520"/>
            <a:ext cx="1783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38360" y="4160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0080" y="4892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navigation layer: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core.scope restricts every query to a faculty member's own subjects/classes and a student's own records — enforced in the data layer, not just hidden in the UI.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action is audited: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edits, leave overrides, lock/unlock, backup/restore — with before/after values and a mandatory reason where applicable.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report types, four chart families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diagrams\fig_mockup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20240"/>
            <a:ext cx="6035040" cy="3578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export in PDF, Excel or CSV — with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letterhead, applied filters, and the generating user's name.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3044952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Monthly / Semester Attendance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639312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Subject / Branch / Faculty Attendance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233672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 List (below eligibility threshold)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828032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Report  ·  Medical Leave Report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5422392"/>
            <a:ext cx="128016" cy="12801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Attendance Sheet (signature register)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WALKTHROUGH — LIVE SCREENS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Sign-in and the Administrator dashboard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screenshots\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5577840" cy="3591701"/>
          </a:xfrm>
          <a:prstGeom prst="rect">
            <a:avLst/>
          </a:prstGeom>
        </p:spPr>
      </p:pic>
      <p:pic>
        <p:nvPicPr>
          <p:cNvPr id="5" name="Image 1" descr="C:\Users\vivek\AppData\Local\Temp\claude\C--Users-vivek-Claude\1740244c-fd69-4017-96af-b48583db51ef\scratchpad\screenshots\admi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20"/>
            <a:ext cx="5577840" cy="3486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5603381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 is a real access control — the wrong role for a valid account is rejected.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WALKTHROUGH — LIVE SCREENS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role sees what matters to them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screenshots\faculty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5577840" cy="3486150"/>
          </a:xfrm>
          <a:prstGeom prst="rect">
            <a:avLst/>
          </a:prstGeom>
        </p:spPr>
      </p:pic>
      <p:pic>
        <p:nvPicPr>
          <p:cNvPr id="5" name="Image 1" descr="C:\Users\vivek\AppData\Local\Temp\claude\C--Users-vivek-Claude\1740244c-fd69-4017-96af-b48583db51ef\scratchpad\screenshots\student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20"/>
            <a:ext cx="5577840" cy="3486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549783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today's classes and pending approvals. Student: attendance % against the 75% threshold.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WALKTHROUGH — LIVE SCREENS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Marking attendance: automatic and manual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screenshots\face_recogn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5577840" cy="3486150"/>
          </a:xfrm>
          <a:prstGeom prst="rect">
            <a:avLst/>
          </a:prstGeom>
        </p:spPr>
      </p:pic>
      <p:pic>
        <p:nvPicPr>
          <p:cNvPr id="5" name="Image 1" descr="C:\Users\vivek\AppData\Local\Temp\claude\C--Users-vivek-Claude\1740244c-fd69-4017-96af-b48583db51ef\scratchpad\screenshots\manual_atten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20"/>
            <a:ext cx="5577840" cy="3486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549783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recognition (left) and one-click manual marking with a full P/A/L/LV/ML roster (right).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WALKTHROUGH — LIVE SCREENS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Self-marking only counts once approved — and it's all audited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screenshots\verify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5577840" cy="3486150"/>
          </a:xfrm>
          <a:prstGeom prst="rect">
            <a:avLst/>
          </a:prstGeom>
        </p:spPr>
      </p:pic>
      <p:pic>
        <p:nvPicPr>
          <p:cNvPr id="5" name="Image 1" descr="C:\Users\vivek\AppData\Local\Temp\claude\C--Users-vivek-Claude\1740244c-fd69-4017-96af-b48583db51ef\scratchpad\screenshots\audit_tr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20"/>
            <a:ext cx="5577840" cy="3486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549783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Pandey's self-marked request awaiting approval (left); the same action logged permanently (right).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WALKTHROUGH — LIVE SCREENS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students and the weekly timetable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screenshots\student_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5577840" cy="3486150"/>
          </a:xfrm>
          <a:prstGeom prst="rect">
            <a:avLst/>
          </a:prstGeom>
        </p:spPr>
      </p:pic>
      <p:pic>
        <p:nvPicPr>
          <p:cNvPr id="5" name="Image 1" descr="C:\Users\vivek\AppData\Local\Temp\claude\C--Users-vivek-Claude\1740244c-fd69-4017-96af-b48583db51ef\scratchpad\screenshots\time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20"/>
            <a:ext cx="5577840" cy="3486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549783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seeded CSE students (left) and the real 34-slot, 28.3 hour/week CSE Semester 3 schedule (right).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WALKTHROUGH — LIVE SCREENS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and analytics, generated live</a:t>
            </a:r>
            <a:endParaRPr lang="en-US" sz="3000" dirty="0"/>
          </a:p>
        </p:txBody>
      </p:sp>
      <p:pic>
        <p:nvPicPr>
          <p:cNvPr id="4" name="Image 0" descr="C:\Users\vivek\AppData\Local\Temp\claude\C--Users-vivek-Claude\1740244c-fd69-4017-96af-b48583db51ef\scratchpad\screenshots\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5577840" cy="3486150"/>
          </a:xfrm>
          <a:prstGeom prst="rect">
            <a:avLst/>
          </a:prstGeom>
        </p:spPr>
      </p:pic>
      <p:pic>
        <p:nvPicPr>
          <p:cNvPr id="5" name="Image 1" descr="C:\Users\vivek\AppData\Local\Temp\claude\C--Users-vivek-Claude\1740244c-fd69-4017-96af-b48583db51ef\scratchpad\screenshots\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20"/>
            <a:ext cx="5577840" cy="3486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549783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10-record window: a Daily Attendance report (left) and its Distribution chart (right).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functional test cases, 3 automated suites — all passing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3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test cases passed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0116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63440" y="27432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smoke-test files passed (schema, imports, validators)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3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0116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12480" y="27432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open defects in the tested build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cases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46304" cy="14630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51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role selected for a valid password → login rejected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4398264"/>
            <a:ext cx="146304" cy="14630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251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failed logins in a row → account locked for the configured period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46304" cy="14630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846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confidence below the minimum threshold → student not marked, logged as unknown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4992624"/>
            <a:ext cx="146304" cy="14630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846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 of a face-marked Present → blocked until a reason is given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586984"/>
            <a:ext cx="146304" cy="14630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440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timetable slots clash for one faculty member → save rejected before commit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5586984"/>
            <a:ext cx="146304" cy="14630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5440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leave beyond 3 days without a certificate → submission blocked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stated objective, achieved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663440" cy="713232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20240"/>
            <a:ext cx="4334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920240"/>
            <a:ext cx="6217920" cy="713232"/>
          </a:xfrm>
          <a:prstGeom prst="rect">
            <a:avLst/>
          </a:prstGeom>
          <a:solidFill>
            <a:srgbClr val="0F2A4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8112" y="1920240"/>
            <a:ext cx="5888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46634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633472"/>
            <a:ext cx="4334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on ordinary hardware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2633472"/>
            <a:ext cx="6217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8112" y="2633472"/>
            <a:ext cx="5888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Dual-backend recognizer, auto-selected at start-up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46704"/>
            <a:ext cx="4663440" cy="71323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346704"/>
            <a:ext cx="4334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 structurally difficult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3346704"/>
            <a:ext cx="6217920" cy="71323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3346704"/>
            <a:ext cx="5888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+ DB uniqueness constraint on (session, student)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59936"/>
            <a:ext cx="46634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59936"/>
            <a:ext cx="4334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correction that never fights automation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4059936"/>
            <a:ext cx="6217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4059936"/>
            <a:ext cx="5888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marking; overriding a face-mark requires an audited reason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73168"/>
            <a:ext cx="4663440" cy="71323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773168"/>
            <a:ext cx="4334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Self-marking never counts on its own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4773168"/>
            <a:ext cx="6217920" cy="713232"/>
          </a:xfrm>
          <a:prstGeom prst="rect">
            <a:avLst/>
          </a:prstGeom>
          <a:solidFill>
            <a:srgbClr val="F3F5F9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4773168"/>
            <a:ext cx="5888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request until a faculty approval mutates the record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6634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486400"/>
            <a:ext cx="4334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Institution-grade reporting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0" y="5486400"/>
            <a:ext cx="6217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5486400"/>
            <a:ext cx="58887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report types + signature sheet, PDF / Excel / CSV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above the validator layer is manual, not an automated UI harness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28600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0" y="201168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liveness detection yet — a good printed photo could, in principle, fool the camera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2918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Single-institution, offline by design — no multi-campus sync today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56616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2320" y="32918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backend needs a C++ toolchain most classroom PCs won't have on Python 3.13+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 for students to view attendance and apply for leave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219456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sync across branch campuses, alongside the offline mode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3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219456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 / anti-spoofing to close the printed-photo gap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3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84048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 alerts when attendance crosses below the eligibility threshold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6118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3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7720" y="384048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7720" y="4480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timetable-driven session opening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6118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3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384048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66760" y="4480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UI-level test harness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succeeds by giving each manual step a narrower, auditable role — not by removing them.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23,000 lines of code · 56 modules · 24-table schema · dual-backend face recognition · role-based security with a tamper-evident audit trail — built to the standard a real institution, not just a classroom assignment, would require.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Girls Polytechnic, Shamli  ·  Ankita Pandey  ·  Guide: Mr. Vivek Kumar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1568</Words>
  <Application>Microsoft Office PowerPoint</Application>
  <PresentationFormat>Widescreen</PresentationFormat>
  <Paragraphs>307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Attendance Management System</dc:title>
  <dc:subject>PptxGenJS Presentation</dc:subject>
  <dc:creator>Ankita Pandey</dc:creator>
  <cp:lastModifiedBy>Vivek Pandey</cp:lastModifiedBy>
  <cp:revision>2</cp:revision>
  <dcterms:created xsi:type="dcterms:W3CDTF">2026-07-31T12:49:11Z</dcterms:created>
  <dcterms:modified xsi:type="dcterms:W3CDTF">2026-07-31T13:06:05Z</dcterms:modified>
</cp:coreProperties>
</file>